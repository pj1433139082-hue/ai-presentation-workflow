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61175"/>
  <p:notesSz cx="686117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" d="100"/>
          <a:sy n="10" d="100"/>
        </p:scale>
        <p:origin x="4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48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svg"/><Relationship Id="rId21" Type="http://schemas.openxmlformats.org/officeDocument/2006/relationships/image" Target="../media/image24.png"/><Relationship Id="rId42" Type="http://schemas.openxmlformats.org/officeDocument/2006/relationships/image" Target="../media/image45.svg"/><Relationship Id="rId47" Type="http://schemas.openxmlformats.org/officeDocument/2006/relationships/image" Target="../media/image50.png"/><Relationship Id="rId63" Type="http://schemas.openxmlformats.org/officeDocument/2006/relationships/image" Target="../media/image66.png"/><Relationship Id="rId68" Type="http://schemas.openxmlformats.org/officeDocument/2006/relationships/image" Target="../media/image71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9" Type="http://schemas.openxmlformats.org/officeDocument/2006/relationships/image" Target="../media/image32.png"/><Relationship Id="rId11" Type="http://schemas.openxmlformats.org/officeDocument/2006/relationships/image" Target="../media/image14.svg"/><Relationship Id="rId24" Type="http://schemas.openxmlformats.org/officeDocument/2006/relationships/image" Target="../media/image27.svg"/><Relationship Id="rId32" Type="http://schemas.openxmlformats.org/officeDocument/2006/relationships/image" Target="../media/image35.svg"/><Relationship Id="rId37" Type="http://schemas.openxmlformats.org/officeDocument/2006/relationships/image" Target="../media/image40.png"/><Relationship Id="rId40" Type="http://schemas.openxmlformats.org/officeDocument/2006/relationships/image" Target="../media/image43.svg"/><Relationship Id="rId45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image" Target="../media/image61.svg"/><Relationship Id="rId66" Type="http://schemas.openxmlformats.org/officeDocument/2006/relationships/image" Target="../media/image69.svg"/><Relationship Id="rId5" Type="http://schemas.openxmlformats.org/officeDocument/2006/relationships/image" Target="../media/image8.svg"/><Relationship Id="rId61" Type="http://schemas.openxmlformats.org/officeDocument/2006/relationships/image" Target="../media/image64.png"/><Relationship Id="rId19" Type="http://schemas.openxmlformats.org/officeDocument/2006/relationships/image" Target="../media/image22.png"/><Relationship Id="rId14" Type="http://schemas.openxmlformats.org/officeDocument/2006/relationships/image" Target="../media/image17.png"/><Relationship Id="rId22" Type="http://schemas.openxmlformats.org/officeDocument/2006/relationships/image" Target="../media/image25.svg"/><Relationship Id="rId27" Type="http://schemas.openxmlformats.org/officeDocument/2006/relationships/image" Target="../media/image30.png"/><Relationship Id="rId30" Type="http://schemas.openxmlformats.org/officeDocument/2006/relationships/image" Target="../media/image33.sv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svg"/><Relationship Id="rId56" Type="http://schemas.openxmlformats.org/officeDocument/2006/relationships/image" Target="../media/image59.svg"/><Relationship Id="rId64" Type="http://schemas.openxmlformats.org/officeDocument/2006/relationships/image" Target="../media/image67.svg"/><Relationship Id="rId69" Type="http://schemas.openxmlformats.org/officeDocument/2006/relationships/image" Target="../media/image72.png"/><Relationship Id="rId8" Type="http://schemas.openxmlformats.org/officeDocument/2006/relationships/image" Target="../media/image11.png"/><Relationship Id="rId51" Type="http://schemas.openxmlformats.org/officeDocument/2006/relationships/image" Target="../media/image54.png"/><Relationship Id="rId3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svg"/><Relationship Id="rId46" Type="http://schemas.openxmlformats.org/officeDocument/2006/relationships/image" Target="../media/image49.svg"/><Relationship Id="rId59" Type="http://schemas.openxmlformats.org/officeDocument/2006/relationships/image" Target="../media/image62.png"/><Relationship Id="rId67" Type="http://schemas.openxmlformats.org/officeDocument/2006/relationships/image" Target="../media/image70.png"/><Relationship Id="rId20" Type="http://schemas.openxmlformats.org/officeDocument/2006/relationships/image" Target="../media/image23.svg"/><Relationship Id="rId41" Type="http://schemas.openxmlformats.org/officeDocument/2006/relationships/image" Target="../media/image44.png"/><Relationship Id="rId54" Type="http://schemas.openxmlformats.org/officeDocument/2006/relationships/image" Target="../media/image57.svg"/><Relationship Id="rId62" Type="http://schemas.openxmlformats.org/officeDocument/2006/relationships/image" Target="../media/image65.svg"/><Relationship Id="rId70" Type="http://schemas.openxmlformats.org/officeDocument/2006/relationships/image" Target="../media/image7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svg"/><Relationship Id="rId36" Type="http://schemas.openxmlformats.org/officeDocument/2006/relationships/image" Target="../media/image39.sv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13.png"/><Relationship Id="rId31" Type="http://schemas.openxmlformats.org/officeDocument/2006/relationships/image" Target="../media/image34.png"/><Relationship Id="rId44" Type="http://schemas.openxmlformats.org/officeDocument/2006/relationships/image" Target="../media/image47.svg"/><Relationship Id="rId52" Type="http://schemas.openxmlformats.org/officeDocument/2006/relationships/image" Target="../media/image55.svg"/><Relationship Id="rId60" Type="http://schemas.openxmlformats.org/officeDocument/2006/relationships/image" Target="../media/image63.svg"/><Relationship Id="rId65" Type="http://schemas.openxmlformats.org/officeDocument/2006/relationships/image" Target="../media/image68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9" Type="http://schemas.openxmlformats.org/officeDocument/2006/relationships/image" Target="../media/image42.png"/><Relationship Id="rId34" Type="http://schemas.openxmlformats.org/officeDocument/2006/relationships/image" Target="../media/image37.svg"/><Relationship Id="rId50" Type="http://schemas.openxmlformats.org/officeDocument/2006/relationships/image" Target="../media/image53.svg"/><Relationship Id="rId55" Type="http://schemas.openxmlformats.org/officeDocument/2006/relationships/image" Target="../media/image5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sv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sv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01-background" descr="S01-background -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" name="S01-floor-reflection" descr="S01-floor-reflection - deco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302" y="4157625"/>
            <a:ext cx="8135568" cy="2636766"/>
          </a:xfrm>
          <a:prstGeom prst="rect">
            <a:avLst/>
          </a:prstGeom>
        </p:spPr>
      </p:pic>
      <p:pic>
        <p:nvPicPr>
          <p:cNvPr id="4" name="S01-contact-shadow" descr="S01-contact-shadow - deco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421" y="3904443"/>
            <a:ext cx="8223223" cy="2749925"/>
          </a:xfrm>
          <a:prstGeom prst="rect">
            <a:avLst/>
          </a:prstGeom>
        </p:spPr>
      </p:pic>
      <p:pic>
        <p:nvPicPr>
          <p:cNvPr id="5" name="S01-device-terminal" descr="S01-device-terminal - illust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926" y="694186"/>
            <a:ext cx="9753600" cy="5483483"/>
          </a:xfrm>
          <a:prstGeom prst="rect">
            <a:avLst/>
          </a:prstGeom>
        </p:spPr>
      </p:pic>
      <p:pic>
        <p:nvPicPr>
          <p:cNvPr id="6" name="S01-wordmark" descr="S01-wordmark - special-typograph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196" y="1480862"/>
            <a:ext cx="3583467" cy="1492804"/>
          </a:xfrm>
          <a:prstGeom prst="rect">
            <a:avLst/>
          </a:prstGeom>
        </p:spPr>
      </p:pic>
      <p:sp>
        <p:nvSpPr>
          <p:cNvPr id="7" name="S01-descriptor"/>
          <p:cNvSpPr/>
          <p:nvPr/>
        </p:nvSpPr>
        <p:spPr>
          <a:xfrm>
            <a:off x="736478" y="3077167"/>
            <a:ext cx="3346967" cy="357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dirty="0">
                <a:solidFill>
                  <a:srgbClr val="E9ECF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桌面知识协作终端</a:t>
            </a:r>
            <a:endParaRPr lang="en-US" sz="3100" dirty="0"/>
          </a:p>
        </p:txBody>
      </p:sp>
      <p:sp>
        <p:nvSpPr>
          <p:cNvPr id="8" name="S01-takeaway"/>
          <p:cNvSpPr/>
          <p:nvPr/>
        </p:nvSpPr>
        <p:spPr>
          <a:xfrm>
            <a:off x="729187" y="3762603"/>
            <a:ext cx="3718852" cy="255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67" dirty="0">
                <a:solidFill>
                  <a:srgbClr val="C7DCF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让每次讨论，都接得上下一步。</a:t>
            </a:r>
            <a:endParaRPr lang="en-US" sz="2067" dirty="0"/>
          </a:p>
        </p:txBody>
      </p:sp>
      <p:sp>
        <p:nvSpPr>
          <p:cNvPr id="9" name="S01-features"/>
          <p:cNvSpPr/>
          <p:nvPr/>
        </p:nvSpPr>
        <p:spPr>
          <a:xfrm>
            <a:off x="751062" y="4484498"/>
            <a:ext cx="4017818" cy="1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35" dirty="0">
                <a:solidFill>
                  <a:srgbClr val="DDE2E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会后脉络留存 · 资料语义检索 · 任务线索串联</a:t>
            </a:r>
            <a:endParaRPr lang="en-US" sz="1435" dirty="0"/>
          </a:p>
        </p:txBody>
      </p:sp>
      <p:sp>
        <p:nvSpPr>
          <p:cNvPr id="10" name="S01-example"/>
          <p:cNvSpPr/>
          <p:nvPr/>
        </p:nvSpPr>
        <p:spPr>
          <a:xfrm>
            <a:off x="422928" y="6336632"/>
            <a:ext cx="1071904" cy="12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6" dirty="0">
                <a:solidFill>
                  <a:srgbClr val="516CA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概念产品 · 示例</a:t>
            </a:r>
            <a:endParaRPr lang="en-US" sz="97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02-background-paper" descr="S02-background-paper -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" name="S02-flow-orange-heat-production" descr="S02-flow-orange-heat-production - connecto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4" name="S02-flow-orange-production-exhaust" descr="S02-flow-orange-production-exhaust - connector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5" name="S02-flow-orange-exhaust-exchanger" descr="S02-flow-orange-exhaust-exchanger - connector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6" name="S02-flow-teal-return" descr="S02-flow-teal-return - connector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7" name="S02-device-heating" descr="S02-device-heating - illustrati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185" y="1286212"/>
            <a:ext cx="3275433" cy="2529475"/>
          </a:xfrm>
          <a:prstGeom prst="rect">
            <a:avLst/>
          </a:prstGeom>
        </p:spPr>
      </p:pic>
      <p:pic>
        <p:nvPicPr>
          <p:cNvPr id="8" name="S02-device-production" descr="S02-device-production - illustrati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19438" y="2142496"/>
            <a:ext cx="4433746" cy="1662618"/>
          </a:xfrm>
          <a:prstGeom prst="rect">
            <a:avLst/>
          </a:prstGeom>
        </p:spPr>
      </p:pic>
      <p:pic>
        <p:nvPicPr>
          <p:cNvPr id="9" name="S02-device-exhaust" descr="S02-device-exhaust - illustrati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5966" y="1236700"/>
            <a:ext cx="1683984" cy="2526048"/>
          </a:xfrm>
          <a:prstGeom prst="rect">
            <a:avLst/>
          </a:prstGeom>
        </p:spPr>
      </p:pic>
      <p:pic>
        <p:nvPicPr>
          <p:cNvPr id="10" name="S02-device-recovery" descr="S02-device-recovery - illustrati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6244" y="3797239"/>
            <a:ext cx="3352435" cy="1889031"/>
          </a:xfrm>
          <a:prstGeom prst="rect">
            <a:avLst/>
          </a:prstGeom>
        </p:spPr>
      </p:pic>
      <p:pic>
        <p:nvPicPr>
          <p:cNvPr id="11" name="S02-device-exchanger" descr="S02-device-exchanger - illustrati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4206" y="3749988"/>
            <a:ext cx="3677871" cy="2071109"/>
          </a:xfrm>
          <a:prstGeom prst="rect">
            <a:avLst/>
          </a:prstGeom>
        </p:spPr>
      </p:pic>
      <p:pic>
        <p:nvPicPr>
          <p:cNvPr id="12" name="S02-support-ground-384" descr="S02-support-ground-384 - decoration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3" name="S02-support-ground-529" descr="S02-support-ground-529 - decoration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4" name="S02-support-ground-653" descr="S02-support-ground-653 - decoration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5" name="S02-support-ground-1150" descr="S02-support-ground-1150 - decoration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6" name="S02-flow-orange-exchanger-side" descr="S02-flow-orange-exchanger-side - connector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7" name="S02-collar-teal-return-left" descr="S02-collar-teal-return-left - decoration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8" name="S02-collar-hot-production-inlet" descr="S02-collar-hot-production-inlet - decoration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9" name="S02-collar-hot-production-outlet" descr="S02-collar-hot-production-outlet - decoration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0" name="S02-collar-hot-downcomer" descr="S02-collar-hot-downcomer - decoration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1" name="S02-collar-exchanger-outlet" descr="S02-collar-exchanger-outlet - decoration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2" name="S02-arrow-hot-heat-production" descr="S02-arrow-hot-heat-production - arrow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3" name="S02-arrow-hot-production-exhaust" descr="S02-arrow-hot-production-exhaust - arrow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4" name="S02-arrow-hot-exhaust-down" descr="S02-arrow-hot-exhaust-down - arrow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5" name="S02-arrow-hot-exchanger-out" descr="S02-arrow-hot-exchanger-out - arrow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6" name="S02-arrow-return-left-1" descr="S02-arrow-return-left-1 - arrow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7" name="S02-arrow-return-left-2" descr="S02-arrow-return-left-2 - arrow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8" name="S02-arrow-return-left-3" descr="S02-arrow-return-left-3 - arrow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9" name="S02-arrow-return-up-1" descr="S02-arrow-return-up-1 - arrow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0" name="S02-arrow-return-up-2" descr="S02-arrow-return-up-2 - arrow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1" name="S02-badge-shell-heating" descr="S02-badge-shell-heating - decoration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2" name="S02-badge-shell-production" descr="S02-badge-shell-production - decoration"/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3" name="S02-badge-shell-exhaust" descr="S02-badge-shell-exhaust - decoration"/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4" name="S02-badge-shell-reuse" descr="S02-badge-shell-reuse - decoration"/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5" name="S02-badge-shell-exchanger" descr="S02-badge-shell-exchanger - decoration"/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36" name="S02-text-badge-heating"/>
          <p:cNvSpPr/>
          <p:nvPr/>
        </p:nvSpPr>
        <p:spPr>
          <a:xfrm>
            <a:off x="2231311" y="1633378"/>
            <a:ext cx="729187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加热</a:t>
            </a:r>
            <a:endParaRPr lang="en-US" sz="2182" dirty="0"/>
          </a:p>
        </p:txBody>
      </p:sp>
      <p:sp>
        <p:nvSpPr>
          <p:cNvPr id="37" name="S02-text-badge-production"/>
          <p:cNvSpPr/>
          <p:nvPr/>
        </p:nvSpPr>
        <p:spPr>
          <a:xfrm>
            <a:off x="6096000" y="1633378"/>
            <a:ext cx="780230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</a:t>
            </a:r>
            <a:endParaRPr lang="en-US" sz="2182" dirty="0"/>
          </a:p>
        </p:txBody>
      </p:sp>
      <p:sp>
        <p:nvSpPr>
          <p:cNvPr id="38" name="S02-text-badge-exhaust"/>
          <p:cNvSpPr/>
          <p:nvPr/>
        </p:nvSpPr>
        <p:spPr>
          <a:xfrm>
            <a:off x="9530469" y="1633378"/>
            <a:ext cx="882316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排热</a:t>
            </a:r>
            <a:endParaRPr lang="en-US" sz="2182" dirty="0"/>
          </a:p>
        </p:txBody>
      </p:sp>
      <p:sp>
        <p:nvSpPr>
          <p:cNvPr id="39" name="S02-text-badge-reuse"/>
          <p:cNvSpPr/>
          <p:nvPr/>
        </p:nvSpPr>
        <p:spPr>
          <a:xfrm>
            <a:off x="5738699" y="5643904"/>
            <a:ext cx="721895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回用</a:t>
            </a:r>
            <a:endParaRPr lang="en-US" sz="2182" dirty="0"/>
          </a:p>
        </p:txBody>
      </p:sp>
      <p:sp>
        <p:nvSpPr>
          <p:cNvPr id="40" name="S02-text-badge-exchanger"/>
          <p:cNvSpPr/>
          <p:nvPr/>
        </p:nvSpPr>
        <p:spPr>
          <a:xfrm>
            <a:off x="9545053" y="5643904"/>
            <a:ext cx="867732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换热</a:t>
            </a:r>
            <a:endParaRPr lang="en-US" sz="2182" dirty="0"/>
          </a:p>
        </p:txBody>
      </p:sp>
      <p:pic>
        <p:nvPicPr>
          <p:cNvPr id="41" name="S02-divider-title" descr="S02-divider-title - decoration"/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42" name="S02-divider-footer-left" descr="S02-divider-footer-left - decoration"/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43" name="S02-divider-footer-right" descr="S02-divider-footer-right - decoration"/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44" name="S02-text-title"/>
          <p:cNvSpPr/>
          <p:nvPr/>
        </p:nvSpPr>
        <p:spPr>
          <a:xfrm>
            <a:off x="3274048" y="160421"/>
            <a:ext cx="5979330" cy="758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zh-CN" altLang="en-US" sz="4823" b="1">
                <a:solidFill>
                  <a:srgbClr val="0123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把损失，接回流程。 </a:t>
            </a:r>
            <a:r>
              <a:rPr lang="en-US" altLang="zh-CN" sz="4823" b="1">
                <a:solidFill>
                  <a:srgbClr val="0123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</a:t>
            </a:r>
            <a:r>
              <a:rPr lang="en-US" sz="4823" b="1">
                <a:solidFill>
                  <a:srgbClr val="0123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editable text probe]</a:t>
            </a:r>
            <a:endParaRPr lang="en-US" sz="4823" dirty="0"/>
          </a:p>
        </p:txBody>
      </p:sp>
      <p:sp>
        <p:nvSpPr>
          <p:cNvPr id="45" name="S02-text-subtitle"/>
          <p:cNvSpPr/>
          <p:nvPr/>
        </p:nvSpPr>
        <p:spPr>
          <a:xfrm>
            <a:off x="3208421" y="1057321"/>
            <a:ext cx="5833493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52" dirty="0">
                <a:solidFill>
                  <a:srgbClr val="0015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先找到稳定热源，再匹配同时发生的用热需求。</a:t>
            </a:r>
            <a:endParaRPr lang="en-US" sz="1952" dirty="0"/>
          </a:p>
        </p:txBody>
      </p:sp>
      <p:sp>
        <p:nvSpPr>
          <p:cNvPr id="46" name="S02-text-footer"/>
          <p:cNvSpPr/>
          <p:nvPr/>
        </p:nvSpPr>
        <p:spPr>
          <a:xfrm>
            <a:off x="4448038" y="6416842"/>
            <a:ext cx="3346967" cy="17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21" dirty="0">
                <a:solidFill>
                  <a:srgbClr val="13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流程为机制示意，不构成工程设计参数。</a:t>
            </a:r>
            <a:endParaRPr lang="en-US" sz="13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03-background" descr="S03-background -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" name="S03-membrane" descr="S03-membrane - 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481" y="3213617"/>
            <a:ext cx="4447845" cy="2504741"/>
          </a:xfrm>
          <a:prstGeom prst="rect">
            <a:avLst/>
          </a:prstGeom>
        </p:spPr>
      </p:pic>
      <p:pic>
        <p:nvPicPr>
          <p:cNvPr id="4" name="S03-chart" descr="S03-chart - char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172" y="1852134"/>
            <a:ext cx="7802297" cy="4695962"/>
          </a:xfrm>
          <a:prstGeom prst="rect">
            <a:avLst/>
          </a:prstGeom>
        </p:spPr>
      </p:pic>
      <p:pic>
        <p:nvPicPr>
          <p:cNvPr id="5" name="S03-divider" descr="S03-divider - decorati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61684" y="1465665"/>
            <a:ext cx="14584" cy="5002220"/>
          </a:xfrm>
          <a:prstGeom prst="rect">
            <a:avLst/>
          </a:prstGeom>
        </p:spPr>
      </p:pic>
      <p:pic>
        <p:nvPicPr>
          <p:cNvPr id="6" name="S03-bullet-1" descr="S03-bullet-1 - decorati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608" y="1983388"/>
            <a:ext cx="116670" cy="116670"/>
          </a:xfrm>
          <a:prstGeom prst="rect">
            <a:avLst/>
          </a:prstGeom>
        </p:spPr>
      </p:pic>
      <p:pic>
        <p:nvPicPr>
          <p:cNvPr id="7" name="S03-bullet-2" descr="S03-bullet-2 - decorati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608" y="3011541"/>
            <a:ext cx="116670" cy="116670"/>
          </a:xfrm>
          <a:prstGeom prst="rect">
            <a:avLst/>
          </a:prstGeom>
        </p:spPr>
      </p:pic>
      <p:pic>
        <p:nvPicPr>
          <p:cNvPr id="8" name="S03-qualifier-frame" descr="S03-qualifier-frame - decorati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16900" y="5738699"/>
            <a:ext cx="3427177" cy="641684"/>
          </a:xfrm>
          <a:prstGeom prst="rect">
            <a:avLst/>
          </a:prstGeom>
        </p:spPr>
      </p:pic>
      <p:sp>
        <p:nvSpPr>
          <p:cNvPr id="9" name="S03-title"/>
          <p:cNvSpPr/>
          <p:nvPr/>
        </p:nvSpPr>
        <p:spPr>
          <a:xfrm>
            <a:off x="539598" y="226048"/>
            <a:ext cx="8385646" cy="1013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397" b="1" dirty="0">
                <a:solidFill>
                  <a:srgbClr val="001E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先看趋势，再讨论机理。</a:t>
            </a:r>
            <a:endParaRPr lang="en-US" sz="5397" dirty="0"/>
          </a:p>
        </p:txBody>
      </p:sp>
      <p:sp>
        <p:nvSpPr>
          <p:cNvPr id="10" name="S03-chart-heading"/>
          <p:cNvSpPr/>
          <p:nvPr/>
        </p:nvSpPr>
        <p:spPr>
          <a:xfrm>
            <a:off x="517722" y="1334411"/>
            <a:ext cx="5250144" cy="590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986" b="1" dirty="0">
                <a:solidFill>
                  <a:srgbClr val="001E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归一化通量（示例数据）</a:t>
            </a:r>
            <a:endParaRPr lang="en-US" sz="2986" dirty="0"/>
          </a:p>
        </p:txBody>
      </p:sp>
      <p:sp>
        <p:nvSpPr>
          <p:cNvPr id="11" name="S03-single"/>
          <p:cNvSpPr/>
          <p:nvPr/>
        </p:nvSpPr>
        <p:spPr>
          <a:xfrm>
            <a:off x="8815866" y="1844842"/>
            <a:ext cx="3252172" cy="78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2124" dirty="0">
                <a:solidFill>
                  <a:srgbClr val="001E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单次示例曲线，不能推断</a:t>
            </a:r>
            <a:endParaRPr lang="en-US" sz="2124" dirty="0"/>
          </a:p>
          <a:p>
            <a:pPr marL="0" indent="0" algn="l">
              <a:lnSpc>
                <a:spcPct val="146000"/>
              </a:lnSpc>
              <a:buNone/>
            </a:pPr>
            <a:r>
              <a:rPr lang="en-US" sz="2124" dirty="0">
                <a:solidFill>
                  <a:srgbClr val="001E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显著性。</a:t>
            </a:r>
            <a:endParaRPr lang="en-US" sz="2124" dirty="0"/>
          </a:p>
        </p:txBody>
      </p:sp>
      <p:sp>
        <p:nvSpPr>
          <p:cNvPr id="12" name="S03-takeaway"/>
          <p:cNvSpPr/>
          <p:nvPr/>
        </p:nvSpPr>
        <p:spPr>
          <a:xfrm>
            <a:off x="8815866" y="2902163"/>
            <a:ext cx="3295923" cy="43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2124" dirty="0">
                <a:solidFill>
                  <a:srgbClr val="001E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机理判断仍需重复与对照。</a:t>
            </a:r>
            <a:endParaRPr lang="en-US" sz="2124" dirty="0"/>
          </a:p>
        </p:txBody>
      </p:sp>
      <p:sp>
        <p:nvSpPr>
          <p:cNvPr id="13" name="S03-qualifier"/>
          <p:cNvSpPr/>
          <p:nvPr/>
        </p:nvSpPr>
        <p:spPr>
          <a:xfrm>
            <a:off x="8728364" y="5855368"/>
            <a:ext cx="3091751" cy="4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97" b="1" dirty="0">
                <a:solidFill>
                  <a:srgbClr val="E22C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演示数据，非实验结果</a:t>
            </a:r>
            <a:endParaRPr lang="en-US" sz="22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自定义</PresentationFormat>
  <Paragraphs>21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Microsoft YaHei UI</vt:lpstr>
      <vt:lpstr>Noto Sans SC</vt:lpstr>
      <vt:lpstr>Arial</vt:lpstr>
      <vt:lpstr>Office Theme</vt:lpstr>
      <vt:lpstr>PowerPoint 演示文稿</vt:lpstr>
      <vt:lpstr>PowerPoint 演示文稿</vt:lpstr>
      <vt:lpstr>PowerPoint 演示文稿</vt:lpstr>
    </vt:vector>
  </TitlesOfParts>
  <Company>Independent reconstruction proof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slide reconstruction proof</dc:title>
  <dc:subject>Standalone proof deck; not formal APW assembly acceptance</dc:subject>
  <dc:creator>APW reconstruction proof builder</dc:creator>
  <cp:lastModifiedBy>杰 潘</cp:lastModifiedBy>
  <cp:revision>2</cp:revision>
  <dcterms:created xsi:type="dcterms:W3CDTF">2026-10-13T17:16:27Z</dcterms:created>
  <dcterms:modified xsi:type="dcterms:W3CDTF">2026-10-13T17:17:23Z</dcterms:modified>
</cp:coreProperties>
</file>